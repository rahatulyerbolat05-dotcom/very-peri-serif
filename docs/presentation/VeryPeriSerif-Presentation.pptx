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vector01.svg" ContentType="image/svg+xml"/>
  <Override PartName="/ppt/media/vector02.svg" ContentType="image/svg+xml"/>
  <Override PartName="/ppt/media/vector03.svg" ContentType="image/svg+xml"/>
  <Override PartName="/ppt/media/vector04.svg" ContentType="image/svg+xml"/>
  <Override PartName="/ppt/media/vector05.svg" ContentType="image/svg+xml"/>
  <Override PartName="/ppt/media/vector06.svg" ContentType="image/svg+xml"/>
  <Override PartName="/ppt/media/vector07.svg" ContentType="image/svg+xml"/>
  <Override PartName="/ppt/media/vector08.svg" ContentType="image/svg+xml"/>
  <Override PartName="/ppt/media/vector09.svg" ContentType="image/svg+xml"/>
  <Override PartName="/ppt/media/vector10.svg" ContentType="image/svg+xml"/>
  <Override PartName="/ppt/media/vector11.svg" ContentType="image/svg+xml"/>
  <Override PartName="/ppt/media/vector12.svg" ContentType="image/svg+xml"/>
  <Override PartName="/ppt/media/vector13.svg" ContentType="image/svg+xml"/>
  <Override PartName="/ppt/media/vector14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Very Peri Serif — презентация гарнитуры</a:t>
            </a:r>
          </a:p>
          <a:p/>
          <a:p>
            <a:r>
              <a:t>Very Peri Serif 1.114. Кириллица: Yerbolat Rakhatuly (DEW).</a:t>
            </a:r>
          </a:p>
          <a:p>
            <a:r>
              <a:t>Слайд содержит векторный SVG и PNG для совместимости. Редактируемый вектор — в папке slides.</a:t>
            </a:r>
          </a:p>
          <a:p>
            <a:r>
              <a:t>Латинская основа: Instrument Serif. Макеты применения — концепты.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Характер в каждой букве</a:t>
            </a:r>
          </a:p>
          <a:p/>
          <a:p>
            <a:r>
              <a:t>Very Peri Serif 1.114. Кириллица: Yerbolat Rakhatuly (DEW).</a:t>
            </a:r>
          </a:p>
          <a:p>
            <a:r>
              <a:t>Слайд содержит векторный SVG и PNG для совместимости. Редактируемый вектор — в папке slides.</a:t>
            </a:r>
          </a:p>
          <a:p>
            <a:r>
              <a:t>Латинская основа: Instrument Serif. Макеты применения — концепты.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Два начертания — два голоса</a:t>
            </a:r>
          </a:p>
          <a:p/>
          <a:p>
            <a:r>
              <a:t>Very Peri Serif 1.114. Кириллица: Yerbolat Rakhatuly (DEW).</a:t>
            </a:r>
          </a:p>
          <a:p>
            <a:r>
              <a:t>Слайд содержит векторный SVG и PNG для совместимости. Редактируемый вектор — в папке slides.</a:t>
            </a:r>
          </a:p>
          <a:p>
            <a:r>
              <a:t>Латинская основа: Instrument Serif. Макеты применения — концепты.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Әсемдік әріптен басталады</a:t>
            </a:r>
          </a:p>
          <a:p/>
          <a:p>
            <a:r>
              <a:t>Very Peri Serif 1.114. Кириллица: Yerbolat Rakhatuly (DEW).</a:t>
            </a:r>
          </a:p>
          <a:p>
            <a:r>
              <a:t>Слайд содержит векторный SVG и PNG для совместимости. Редактируемый вектор — в папке slides.</a:t>
            </a:r>
          </a:p>
          <a:p>
            <a:r>
              <a:t>Латинская основа: Instrument Serif. Макеты применения — концепты.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Детали кириллицы</a:t>
            </a:r>
          </a:p>
          <a:p/>
          <a:p>
            <a:r>
              <a:t>Very Peri Serif 1.114. Кириллица: Yerbolat Rakhatuly (DEW).</a:t>
            </a:r>
          </a:p>
          <a:p>
            <a:r>
              <a:t>Слайд содержит векторный SVG и PNG для совместимости. Редактируемый вектор — в папке slides.</a:t>
            </a:r>
          </a:p>
          <a:p>
            <a:r>
              <a:t>Латинская основа: Instrument Serif. Макеты применения — концепты.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Альтернативная л — своё написание</a:t>
            </a:r>
          </a:p>
          <a:p/>
          <a:p>
            <a:r>
              <a:t>Very Peri Serif 1.114. Кириллица: Yerbolat Rakhatuly (DEW).</a:t>
            </a:r>
          </a:p>
          <a:p>
            <a:r>
              <a:t>Слайд содержит векторный SVG и PNG для совместимости. Редактируемый вектор — в папке slides.</a:t>
            </a:r>
          </a:p>
          <a:p>
            <a:r>
              <a:t>Латинская основа: Instrument Serif. Макеты применения — концепты.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Цифры и знак тенге</a:t>
            </a:r>
          </a:p>
          <a:p/>
          <a:p>
            <a:r>
              <a:t>Very Peri Serif 1.114. Кириллица: Yerbolat Rakhatuly (DEW).</a:t>
            </a:r>
          </a:p>
          <a:p>
            <a:r>
              <a:t>Слайд содержит векторный SVG и PNG для совместимости. Редактируемый вектор — в папке slides.</a:t>
            </a:r>
          </a:p>
          <a:p>
            <a:r>
              <a:t>Латинская основа: Instrument Serif. Макеты применения — концепты.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Пластика строки и лигатуры</a:t>
            </a:r>
          </a:p>
          <a:p/>
          <a:p>
            <a:r>
              <a:t>Very Peri Serif 1.114. Кириллица: Yerbolat Rakhatuly (DEW).</a:t>
            </a:r>
          </a:p>
          <a:p>
            <a:r>
              <a:t>Слайд содержит векторный SVG и PNG для совместимости. Редактируемый вектор — в папке slides.</a:t>
            </a:r>
          </a:p>
          <a:p>
            <a:r>
              <a:t>Латинская основа: Instrument Serif. Макеты применения — концепты.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Обложка — пример применения</a:t>
            </a:r>
          </a:p>
          <a:p/>
          <a:p>
            <a:r>
              <a:t>Very Peri Serif 1.114. Кириллица: Yerbolat Rakhatuly (DEW).</a:t>
            </a:r>
          </a:p>
          <a:p>
            <a:r>
              <a:t>Слайд содержит векторный SVG и PNG для совместимости. Редактируемый вектор — в папке slides.</a:t>
            </a:r>
          </a:p>
          <a:p>
            <a:r>
              <a:t>Латинская основа: Instrument Serif. Макеты применения — концепты.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Афиша — пример применения</a:t>
            </a:r>
          </a:p>
          <a:p/>
          <a:p>
            <a:r>
              <a:t>Very Peri Serif 1.114. Кириллица: Yerbolat Rakhatuly (DEW).</a:t>
            </a:r>
          </a:p>
          <a:p>
            <a:r>
              <a:t>Слайд содержит векторный SVG и PNG для совместимости. Редактируемый вектор — в папке slides.</a:t>
            </a:r>
          </a:p>
          <a:p>
            <a:r>
              <a:t>Латинская основа: Instrument Serif. Макеты применения — концепты.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Редакционная веб-страница — пример применения</a:t>
            </a:r>
          </a:p>
          <a:p/>
          <a:p>
            <a:r>
              <a:t>Very Peri Serif 1.114. Кириллица: Yerbolat Rakhatuly (DEW).</a:t>
            </a:r>
          </a:p>
          <a:p>
            <a:r>
              <a:t>Слайд содержит векторный SVG и PNG для совместимости. Редактируемый вектор — в папке slides.</a:t>
            </a:r>
          </a:p>
          <a:p>
            <a:r>
              <a:t>Латинская основа: Instrument Serif. Макеты применения — концепты.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Слова, которые остаются</a:t>
            </a:r>
          </a:p>
          <a:p/>
          <a:p>
            <a:r>
              <a:t>Very Peri Serif 1.114. Кириллица: Yerbolat Rakhatuly (DEW).</a:t>
            </a:r>
          </a:p>
          <a:p>
            <a:r>
              <a:t>Слайд содержит векторный SVG и PNG для совместимости. Редактируемый вектор — в папке slides.</a:t>
            </a:r>
          </a:p>
          <a:p>
            <a:r>
              <a:t>Латинская основа: Instrument Serif. Макеты применения — концепты.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Кириллический набор</a:t>
            </a:r>
          </a:p>
          <a:p/>
          <a:p>
            <a:r>
              <a:t>Very Peri Serif 1.114. Кириллица: Yerbolat Rakhatuly (DEW).</a:t>
            </a:r>
          </a:p>
          <a:p>
            <a:r>
              <a:t>Слайд содержит векторный SVG и PNG для совместимости. Редактируемый вектор — в папке slides.</a:t>
            </a:r>
          </a:p>
          <a:p>
            <a:r>
              <a:t>Латинская основа: Instrument Serif. Макеты применения — концепты.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Авторство, лицензия и файлы</a:t>
            </a:r>
          </a:p>
          <a:p/>
          <a:p>
            <a:r>
              <a:t>Very Peri Serif 1.114. Кириллица: Yerbolat Rakhatuly (DEW).</a:t>
            </a:r>
          </a:p>
          <a:p>
            <a:r>
              <a:t>Слайд содержит векторный SVG и PNG для совместимости. Редактируемый вектор — в папке slides.</a:t>
            </a:r>
          </a:p>
          <a:p>
            <a:r>
              <a:t>Латинская основа: Instrument Serif. Макеты применения — концепты.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vector01.sv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vector02.svg"/><Relationship Id="rI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vector03.svg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vector04.svg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vector05.svg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vector06.svg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vector07.svg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vector08.svg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vector09.svg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vector10.svg"/><Relationship Id="rId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vector11.svg"/><Relationship Id="rId4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vector12.svg"/><Relationship Id="rId4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vector13.svg"/><Relationship Id="rId4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vector14.svg"/><Relationship Id="rId4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2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3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4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Very Peri Serif — презентация гарнитуры</dc:title>
  <dc:subject>Regular / Italic · Русский / Қазақша / Latin</dc:subject>
  <dc:creator>Yerbolat Rakhatuly (DEW)</dc:creator>
  <cp:keywords/>
  <dc:description>generated using python-pptx</dc:description>
  <cp:lastModifiedBy>Steve Canny</cp:lastModifiedBy>
  <cp:revision>1</cp:revision>
  <dcterms:created xsi:type="dcterms:W3CDTF">2026-10-27T00:00:00Z</dcterms:created>
  <dcterms:modified xsi:type="dcterms:W3CDTF">2026-10-27T00:00:00Z</dcterms:modified>
  <cp:category/>
</cp:coreProperties>
</file>